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515"/>
    <a:srgbClr val="000000"/>
    <a:srgbClr val="FFFFFF"/>
    <a:srgbClr val="FF00FF"/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2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0B4C4-2409-4215-8EA8-48E085DE5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0F3C5-512B-4A6F-A339-3AC2073D4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F7BBC-089C-4ADB-B57C-562CDA073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CCFCB-36E8-4B71-A726-DA6E66C7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293A0-7E15-479E-9660-1ED410E7D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7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7065A-6F1E-4C96-B457-A73905F9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C7EEC-FE96-4AF4-B85B-AEFC44B08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13511-23D5-403C-9C22-7A3F28AEB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18C78-254D-4106-9BDC-6657F167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3C7BC-D8DF-4C34-85F3-B2754DE45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9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B600B-A696-4889-8395-931DF656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F6CB1-B581-49A5-9D14-10EA6697B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58B1B-190E-4185-B069-8569EF654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C0AAA-4312-4C06-99E2-DE7C0BCB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14552-FF63-46B2-A476-6D6301CFD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99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64A9-5F8E-4E05-8505-D97DDD712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7EB73-DB86-41B4-9258-9B8FE56CEC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0CD2F-BEDB-4F04-9488-3641C7A0C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2B048-50DD-490B-944C-1B4D1180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C20DC-24DB-48DF-B84E-177CD7738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294BC-DA00-4BE6-B3B4-4B4F1E31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8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D2A5-EAB1-4C1E-9BA0-6A01383F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E8720-DE2F-4BBA-BD43-22045DBCE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E6327-07E0-4469-A728-91F3B06C4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0C5547-7E24-47A9-ACB4-7607DD67AD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77234-D3C3-471A-9FDB-6DBF70F54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789362-E5BA-4135-A158-5742618A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901E0E-1679-45C3-A9BF-68055C11C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30721E-9C88-4749-B031-AD7C3CC3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99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0326D-EEDD-462D-A65B-76F4810D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C07CF-9FF3-4C5F-8ACB-75B2D820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BF93B-66AE-446F-9611-1614B724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8287F6-F61E-4D3C-851A-0F159E4D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40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6A470-176A-4F34-B650-893A749F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5A6A6-8BD1-4B32-AA61-37FC9D725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5FB29-CE85-4A48-BDFA-D58C9AB1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05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569E5-D700-4650-B491-5CA4A082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ED8D-6BC5-4E68-8FB7-C8043CD81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61645-722B-4B0F-B77C-3B0B80FC1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0B96D-15BC-4748-890F-CE9CA5AC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26B9F-32A0-4ACD-8E5A-DC2563C5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8744A-83E9-4133-8E54-A5812B33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2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BCE7-DA97-405D-A1FE-4602247BD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19640-44B5-4A93-B000-4F3EDF6F9E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5A4EB-8C0E-43CA-A49B-FD9458310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D3887-20BD-44CD-ADF0-298808827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DFA70-0F11-464A-BFD4-5F328179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BA050-6D87-4FFF-8783-4CE23750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28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41C3-57D7-4AF2-A250-E025CDBF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F0A11-D455-481F-9F32-1C25E16F1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BDC10-7DF0-49B5-998D-B0770C535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731CE-5A1A-45AB-8F27-1EE5F94EB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B784C-FA9B-4630-AD2D-BC7DC350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53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FD32A0-C703-4955-8D25-FD87B2950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67396-55C9-4231-8DA9-4C162343B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5428C-38C7-4759-BE71-2B6A4574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032D3-E523-42FD-AAE6-E5FAC99EC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E6D21-2E2A-487B-AA09-BE25F6DE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2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F2C831-C2A3-4EF1-A0A7-12DB8880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DEE5D-AA01-46D0-AE4C-2B3AE52D1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93D87-F2A2-4784-A673-F52004B70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F052E-DED4-48DA-B1E7-07E4FA1B046E}" type="datetimeFigureOut">
              <a:rPr lang="en-US" smtClean="0"/>
              <a:t>4/20/2021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710C3-43C7-450A-87A3-E5CB36173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00CFC-F714-421F-B2B2-7340908DF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09A1F-51DE-4918-983C-23A261819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4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473174B-4F31-48C5-9996-C199A16053FB}"/>
              </a:ext>
            </a:extLst>
          </p:cNvPr>
          <p:cNvGrpSpPr/>
          <p:nvPr/>
        </p:nvGrpSpPr>
        <p:grpSpPr>
          <a:xfrm>
            <a:off x="2053834" y="397721"/>
            <a:ext cx="7891443" cy="6282660"/>
            <a:chOff x="1886630" y="0"/>
            <a:chExt cx="841874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0A0CBE-565D-494E-B970-211E626E1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86630" y="0"/>
              <a:ext cx="8418740" cy="6858000"/>
            </a:xfrm>
            <a:prstGeom prst="rect">
              <a:avLst/>
            </a:prstGeom>
          </p:spPr>
        </p:pic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6EA0E3B-D21C-47C7-B1C6-E2ACFA6EE91A}"/>
                </a:ext>
              </a:extLst>
            </p:cNvPr>
            <p:cNvSpPr/>
            <p:nvPr/>
          </p:nvSpPr>
          <p:spPr>
            <a:xfrm>
              <a:off x="3997997" y="3430669"/>
              <a:ext cx="1228122" cy="1275045"/>
            </a:xfrm>
            <a:custGeom>
              <a:avLst/>
              <a:gdLst>
                <a:gd name="connsiteX0" fmla="*/ 0 w 1228122"/>
                <a:gd name="connsiteY0" fmla="*/ 547305 h 1275045"/>
                <a:gd name="connsiteX1" fmla="*/ 253629 w 1228122"/>
                <a:gd name="connsiteY1" fmla="*/ 760887 h 1275045"/>
                <a:gd name="connsiteX2" fmla="*/ 574003 w 1228122"/>
                <a:gd name="connsiteY2" fmla="*/ 1027865 h 1275045"/>
                <a:gd name="connsiteX3" fmla="*/ 800934 w 1228122"/>
                <a:gd name="connsiteY3" fmla="*/ 1161354 h 1275045"/>
                <a:gd name="connsiteX4" fmla="*/ 1021191 w 1228122"/>
                <a:gd name="connsiteY4" fmla="*/ 1248122 h 1275045"/>
                <a:gd name="connsiteX5" fmla="*/ 1228099 w 1228122"/>
                <a:gd name="connsiteY5" fmla="*/ 1181378 h 1275045"/>
                <a:gd name="connsiteX6" fmla="*/ 1034540 w 1228122"/>
                <a:gd name="connsiteY6" fmla="*/ 307024 h 1275045"/>
                <a:gd name="connsiteX7" fmla="*/ 987819 w 1228122"/>
                <a:gd name="connsiteY7" fmla="*/ 0 h 127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28122" h="1275045">
                  <a:moveTo>
                    <a:pt x="0" y="547305"/>
                  </a:moveTo>
                  <a:lnTo>
                    <a:pt x="253629" y="760887"/>
                  </a:lnTo>
                  <a:cubicBezTo>
                    <a:pt x="349296" y="840980"/>
                    <a:pt x="482786" y="961121"/>
                    <a:pt x="574003" y="1027865"/>
                  </a:cubicBezTo>
                  <a:cubicBezTo>
                    <a:pt x="665220" y="1094609"/>
                    <a:pt x="726403" y="1124644"/>
                    <a:pt x="800934" y="1161354"/>
                  </a:cubicBezTo>
                  <a:cubicBezTo>
                    <a:pt x="875465" y="1198064"/>
                    <a:pt x="949997" y="1244785"/>
                    <a:pt x="1021191" y="1248122"/>
                  </a:cubicBezTo>
                  <a:cubicBezTo>
                    <a:pt x="1092385" y="1251459"/>
                    <a:pt x="1225874" y="1338228"/>
                    <a:pt x="1228099" y="1181378"/>
                  </a:cubicBezTo>
                  <a:cubicBezTo>
                    <a:pt x="1230324" y="1024528"/>
                    <a:pt x="1074587" y="503920"/>
                    <a:pt x="1034540" y="307024"/>
                  </a:cubicBezTo>
                  <a:cubicBezTo>
                    <a:pt x="994493" y="110128"/>
                    <a:pt x="991156" y="55064"/>
                    <a:pt x="987819" y="0"/>
                  </a:cubicBezTo>
                </a:path>
              </a:pathLst>
            </a:custGeom>
            <a:noFill/>
            <a:ln w="76200">
              <a:solidFill>
                <a:srgbClr val="FFFF00">
                  <a:alpha val="63137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92237BB-0374-45B6-B275-F818CE0BCE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1599" y="4287928"/>
              <a:ext cx="293885" cy="29367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A973186-FD02-4841-8F32-A4775BEE6766}"/>
              </a:ext>
            </a:extLst>
          </p:cNvPr>
          <p:cNvSpPr txBox="1"/>
          <p:nvPr/>
        </p:nvSpPr>
        <p:spPr>
          <a:xfrm>
            <a:off x="3242891" y="4658360"/>
            <a:ext cx="11876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Feature #8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520E5C-CB37-4656-8BB6-9F63DC92A1EC}"/>
              </a:ext>
            </a:extLst>
          </p:cNvPr>
          <p:cNvGrpSpPr/>
          <p:nvPr/>
        </p:nvGrpSpPr>
        <p:grpSpPr>
          <a:xfrm>
            <a:off x="3981637" y="168155"/>
            <a:ext cx="2300915" cy="714531"/>
            <a:chOff x="2923410" y="-20023"/>
            <a:chExt cx="2300915" cy="69660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676235-B5C4-47EB-9620-A3DAC12D61E4}"/>
                </a:ext>
              </a:extLst>
            </p:cNvPr>
            <p:cNvSpPr/>
            <p:nvPr/>
          </p:nvSpPr>
          <p:spPr>
            <a:xfrm>
              <a:off x="3063585" y="120365"/>
              <a:ext cx="1548473" cy="14683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FFB32D-CB52-467E-9C26-9910EDD63756}"/>
                </a:ext>
              </a:extLst>
            </p:cNvPr>
            <p:cNvSpPr/>
            <p:nvPr/>
          </p:nvSpPr>
          <p:spPr>
            <a:xfrm>
              <a:off x="3062472" y="432952"/>
              <a:ext cx="1548473" cy="14683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BE2595-69CC-487F-B22E-3C74EB58CE78}"/>
                </a:ext>
              </a:extLst>
            </p:cNvPr>
            <p:cNvSpPr/>
            <p:nvPr/>
          </p:nvSpPr>
          <p:spPr>
            <a:xfrm>
              <a:off x="3575292" y="327498"/>
              <a:ext cx="109005" cy="34462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BEA078-E744-4D45-BC99-83E9D411F6F6}"/>
                </a:ext>
              </a:extLst>
            </p:cNvPr>
            <p:cNvSpPr/>
            <p:nvPr/>
          </p:nvSpPr>
          <p:spPr>
            <a:xfrm>
              <a:off x="3934600" y="19361"/>
              <a:ext cx="109005" cy="34462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0016B05-D085-4296-8786-33BDC65E472A}"/>
                </a:ext>
              </a:extLst>
            </p:cNvPr>
            <p:cNvSpPr txBox="1"/>
            <p:nvPr/>
          </p:nvSpPr>
          <p:spPr>
            <a:xfrm>
              <a:off x="4571582" y="307250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1968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27616D-F8A6-40FA-8A6D-9EAEB1FC9E74}"/>
                </a:ext>
              </a:extLst>
            </p:cNvPr>
            <p:cNvSpPr txBox="1"/>
            <p:nvPr/>
          </p:nvSpPr>
          <p:spPr>
            <a:xfrm>
              <a:off x="4570470" y="-887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1974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C26C60C-13AF-4B16-97AD-F3A7BC9A8B25}"/>
                </a:ext>
              </a:extLst>
            </p:cNvPr>
            <p:cNvSpPr/>
            <p:nvPr/>
          </p:nvSpPr>
          <p:spPr>
            <a:xfrm>
              <a:off x="2923410" y="-20023"/>
              <a:ext cx="2299803" cy="6921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B539ACC-AE64-49BF-83EB-93B4A7EF3405}"/>
              </a:ext>
            </a:extLst>
          </p:cNvPr>
          <p:cNvSpPr txBox="1"/>
          <p:nvPr/>
        </p:nvSpPr>
        <p:spPr>
          <a:xfrm>
            <a:off x="4254986" y="1485670"/>
            <a:ext cx="11876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Feature #7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187447-E502-4D32-89DE-1D5A2ADC3E82}"/>
              </a:ext>
            </a:extLst>
          </p:cNvPr>
          <p:cNvCxnSpPr>
            <a:cxnSpLocks/>
          </p:cNvCxnSpPr>
          <p:nvPr/>
        </p:nvCxnSpPr>
        <p:spPr>
          <a:xfrm flipV="1">
            <a:off x="4809959" y="904999"/>
            <a:ext cx="92440" cy="5662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7278867-95F4-4D5A-B821-B08D90DCDD20}"/>
              </a:ext>
            </a:extLst>
          </p:cNvPr>
          <p:cNvSpPr/>
          <p:nvPr/>
        </p:nvSpPr>
        <p:spPr>
          <a:xfrm rot="8034336">
            <a:off x="6393609" y="3501288"/>
            <a:ext cx="260304" cy="310415"/>
          </a:xfrm>
          <a:prstGeom prst="down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4F0FBE-636F-4FDE-8ECC-F8928F02CC12}"/>
              </a:ext>
            </a:extLst>
          </p:cNvPr>
          <p:cNvSpPr txBox="1"/>
          <p:nvPr/>
        </p:nvSpPr>
        <p:spPr>
          <a:xfrm>
            <a:off x="6321679" y="2534259"/>
            <a:ext cx="1308194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Year: 1965</a:t>
            </a:r>
          </a:p>
          <a:p>
            <a:r>
              <a:rPr lang="en-US" dirty="0"/>
              <a:t>MPY: 7475</a:t>
            </a:r>
          </a:p>
          <a:p>
            <a:r>
              <a:rPr lang="en-US" dirty="0"/>
              <a:t>CPG: $3.39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9BDD47-78A3-435C-A91E-A6ADCDB0E482}"/>
              </a:ext>
            </a:extLst>
          </p:cNvPr>
          <p:cNvSpPr txBox="1"/>
          <p:nvPr/>
        </p:nvSpPr>
        <p:spPr>
          <a:xfrm>
            <a:off x="6725843" y="1705669"/>
            <a:ext cx="11876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Feature #6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616F62-2F9E-4D9C-BB48-0D0597FCCE28}"/>
              </a:ext>
            </a:extLst>
          </p:cNvPr>
          <p:cNvCxnSpPr>
            <a:cxnSpLocks/>
          </p:cNvCxnSpPr>
          <p:nvPr/>
        </p:nvCxnSpPr>
        <p:spPr>
          <a:xfrm flipH="1">
            <a:off x="7090501" y="2115801"/>
            <a:ext cx="278095" cy="412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167871F-3AE3-46C8-8FEE-F1408F74D6CF}"/>
              </a:ext>
            </a:extLst>
          </p:cNvPr>
          <p:cNvGrpSpPr/>
          <p:nvPr/>
        </p:nvGrpSpPr>
        <p:grpSpPr>
          <a:xfrm>
            <a:off x="6463799" y="201063"/>
            <a:ext cx="3074090" cy="671895"/>
            <a:chOff x="5649420" y="249745"/>
            <a:chExt cx="3074090" cy="67189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F6F1B4-A248-4ADF-976B-8235017A5BB6}"/>
                </a:ext>
              </a:extLst>
            </p:cNvPr>
            <p:cNvSpPr txBox="1"/>
            <p:nvPr/>
          </p:nvSpPr>
          <p:spPr>
            <a:xfrm>
              <a:off x="5843036" y="455675"/>
              <a:ext cx="593368" cy="30777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x-axis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7BB3A6-0236-4A61-8FBD-31FF20025E15}"/>
                </a:ext>
              </a:extLst>
            </p:cNvPr>
            <p:cNvSpPr txBox="1"/>
            <p:nvPr/>
          </p:nvSpPr>
          <p:spPr>
            <a:xfrm>
              <a:off x="6530740" y="440478"/>
              <a:ext cx="596574" cy="30777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y-axis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2C90DA9-2756-4BFE-92DA-D230D92DA4B8}"/>
                </a:ext>
              </a:extLst>
            </p:cNvPr>
            <p:cNvSpPr txBox="1"/>
            <p:nvPr/>
          </p:nvSpPr>
          <p:spPr>
            <a:xfrm>
              <a:off x="7238669" y="447827"/>
              <a:ext cx="463588" cy="30777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hue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0118631-983C-4C8F-84AD-FE64974D3ED5}"/>
                </a:ext>
              </a:extLst>
            </p:cNvPr>
            <p:cNvSpPr txBox="1"/>
            <p:nvPr/>
          </p:nvSpPr>
          <p:spPr>
            <a:xfrm>
              <a:off x="7804955" y="447826"/>
              <a:ext cx="741229" cy="30777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>
                    <ask:type>
                      <ask:lineSketchNone/>
                    </ask:type>
                  </ask:lineSketchStyleProps>
                </a:ext>
              </a:extLst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chroma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654547-B5CB-46AD-8E69-BC0EE66B0333}"/>
                </a:ext>
              </a:extLst>
            </p:cNvPr>
            <p:cNvSpPr/>
            <p:nvPr/>
          </p:nvSpPr>
          <p:spPr>
            <a:xfrm>
              <a:off x="5649420" y="249745"/>
              <a:ext cx="3074090" cy="6718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190447E-AEF2-47B3-825E-828B943121EF}"/>
              </a:ext>
            </a:extLst>
          </p:cNvPr>
          <p:cNvSpPr txBox="1"/>
          <p:nvPr/>
        </p:nvSpPr>
        <p:spPr>
          <a:xfrm>
            <a:off x="10165944" y="352344"/>
            <a:ext cx="130465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Feature #11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C2DCEAC-1436-4A42-BC1F-C4C727B406D7}"/>
              </a:ext>
            </a:extLst>
          </p:cNvPr>
          <p:cNvCxnSpPr>
            <a:cxnSpLocks/>
          </p:cNvCxnSpPr>
          <p:nvPr/>
        </p:nvCxnSpPr>
        <p:spPr>
          <a:xfrm flipH="1" flipV="1">
            <a:off x="9632225" y="560881"/>
            <a:ext cx="505429" cy="253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7929474-FBFE-4D20-A57A-C1F86BD02E8E}"/>
              </a:ext>
            </a:extLst>
          </p:cNvPr>
          <p:cNvSpPr txBox="1"/>
          <p:nvPr/>
        </p:nvSpPr>
        <p:spPr>
          <a:xfrm>
            <a:off x="2030191" y="168155"/>
            <a:ext cx="174637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Choose File: </a:t>
            </a:r>
            <a:r>
              <a:rPr lang="en-US" sz="1400" u="sng" dirty="0"/>
              <a:t>drive.csv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DBE0744-E078-41AB-BCDC-936124625080}"/>
              </a:ext>
            </a:extLst>
          </p:cNvPr>
          <p:cNvGrpSpPr/>
          <p:nvPr/>
        </p:nvGrpSpPr>
        <p:grpSpPr>
          <a:xfrm>
            <a:off x="9928044" y="5406887"/>
            <a:ext cx="1542553" cy="1208598"/>
            <a:chOff x="206734" y="3919993"/>
            <a:chExt cx="1542553" cy="120859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4669EE1-3386-4075-838C-EA3D32911A76}"/>
                </a:ext>
              </a:extLst>
            </p:cNvPr>
            <p:cNvSpPr/>
            <p:nvPr/>
          </p:nvSpPr>
          <p:spPr>
            <a:xfrm>
              <a:off x="206734" y="3919993"/>
              <a:ext cx="1542553" cy="12085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2E15981-33EE-43F0-85BD-D391C53EFBB1}"/>
                </a:ext>
              </a:extLst>
            </p:cNvPr>
            <p:cNvSpPr txBox="1"/>
            <p:nvPr/>
          </p:nvSpPr>
          <p:spPr>
            <a:xfrm>
              <a:off x="420491" y="4843026"/>
              <a:ext cx="125547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Miles Per Person Per Year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5352CFF-AFAA-4501-B5DA-E58EBF1AA088}"/>
                </a:ext>
              </a:extLst>
            </p:cNvPr>
            <p:cNvSpPr txBox="1"/>
            <p:nvPr/>
          </p:nvSpPr>
          <p:spPr>
            <a:xfrm rot="16200000">
              <a:off x="-25681" y="4352718"/>
              <a:ext cx="86754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/>
                <a:t>Miles Per Gallon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F469EFB-EA6D-497F-B181-D63141A348A8}"/>
                </a:ext>
              </a:extLst>
            </p:cNvPr>
            <p:cNvSpPr/>
            <p:nvPr/>
          </p:nvSpPr>
          <p:spPr>
            <a:xfrm>
              <a:off x="520608" y="4144835"/>
              <a:ext cx="1041214" cy="664224"/>
            </a:xfrm>
            <a:prstGeom prst="rect">
              <a:avLst/>
            </a:prstGeom>
            <a:gradFill flip="none" rotWithShape="1">
              <a:gsLst>
                <a:gs pos="100000">
                  <a:srgbClr val="FFFFFF"/>
                </a:gs>
                <a:gs pos="0">
                  <a:srgbClr val="FF1515"/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126AD3E-B14E-43F1-AB50-7B858C2A128B}"/>
              </a:ext>
            </a:extLst>
          </p:cNvPr>
          <p:cNvSpPr txBox="1"/>
          <p:nvPr/>
        </p:nvSpPr>
        <p:spPr>
          <a:xfrm>
            <a:off x="10021679" y="4577917"/>
            <a:ext cx="130465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Feature #10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BE9329D-F7A7-4F9F-AE98-6085ED4D1F9A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0699321" y="5027692"/>
            <a:ext cx="0" cy="3791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314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Zachary Wartell</dc:creator>
  <cp:lastModifiedBy>Zachary Wartell</cp:lastModifiedBy>
  <cp:revision>7</cp:revision>
  <dcterms:created xsi:type="dcterms:W3CDTF">2021-04-20T22:25:44Z</dcterms:created>
  <dcterms:modified xsi:type="dcterms:W3CDTF">2021-04-20T23:17:18Z</dcterms:modified>
</cp:coreProperties>
</file>